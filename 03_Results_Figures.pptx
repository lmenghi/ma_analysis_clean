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Fasting and Stress Eating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Lisa Menghini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Manipulation Check</a:t>
            </a:r>
          </a:p>
        </p:txBody>
      </p:sp>
      <p:pic>
        <p:nvPicPr>
          <p:cNvPr descr="file:///Users/lisamenghini/Documents/Uni/Masterarbeit/Data/MA_Analysis/figures/figure_stress_che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Manipulation Checks</a:t>
            </a:r>
          </a:p>
        </p:txBody>
      </p:sp>
      <p:pic>
        <p:nvPicPr>
          <p:cNvPr descr="file:///Users/lisamenghini/Documents/Uni/Masterarbeit/Data/MA_Analysis/figures/figure_manip_check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Outcome</a:t>
            </a:r>
          </a:p>
        </p:txBody>
      </p:sp>
      <p:pic>
        <p:nvPicPr>
          <p:cNvPr descr="file:///Users/lisamenghini/Documents/Uni/Masterarbeit/Data/MA_Analysis/figures/figure_total_m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Forest Plot</a:t>
            </a:r>
          </a:p>
        </p:txBody>
      </p:sp>
      <p:pic>
        <p:nvPicPr>
          <p:cNvPr descr="file:///Users/lisamenghini/Documents/Uni/Masterarbeit/Data/MA_Analysis/figures/figure_forest_m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Secondary Outcomes</a:t>
            </a:r>
          </a:p>
        </p:txBody>
      </p:sp>
      <p:pic>
        <p:nvPicPr>
          <p:cNvPr descr="file:///Users/lisamenghini/Documents/Uni/Masterarbeit/Data/MA_Analysis/figures/figure_secondary_outcom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87600" y="1193800"/>
            <a:ext cx="4356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SRS Interaction</a:t>
            </a:r>
          </a:p>
        </p:txBody>
      </p:sp>
      <p:pic>
        <p:nvPicPr>
          <p:cNvPr descr="file:///Users/lisamenghini/Documents/Uni/Masterarbeit/Data/MA_Analysis/figures/figure_srs_intera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Examples</a:t>
            </a:r>
          </a:p>
        </p:txBody>
      </p:sp>
      <p:pic>
        <p:nvPicPr>
          <p:cNvPr descr="file:///Users/lisamenghini/Documents/Uni/Masterarbeit/Data/MA_Analysis/figures/figure_individual_examp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10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Examples 2</a:t>
            </a:r>
          </a:p>
        </p:txBody>
      </p:sp>
      <p:pic>
        <p:nvPicPr>
          <p:cNvPr descr="file:///Users/lisamenghini/Documents/Uni/Masterarbeit/Data/MA_Analysis/figures/figure_individual_example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10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3: Primary Model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8617790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2714527"/>
                <a:gridCol w="688059"/>
                <a:gridCol w="610364"/>
                <a:gridCol w="1270597"/>
                <a:gridCol w="653066"/>
              </a:tblGrid>
              <a:tr h="36684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Predictor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95% CI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1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323.16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29.54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[263.56, 382.76]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&lt; 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12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Metabolic condition (fasted vs. satiated)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39.37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[−9.09, 87.84]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.122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5: Moderation Analyses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6581440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2116573"/>
                <a:gridCol w="656886"/>
                <a:gridCol w="610364"/>
                <a:gridCol w="1317118"/>
                <a:gridCol w="610364"/>
                <a:gridCol w="532670"/>
              </a:tblGrid>
              <a:tr h="38771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Moderator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95% CI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χ²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365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Stress reactivity (SRS)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-10.64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75.50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[-164.82, 143.55]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.888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83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Adaptive ER (CERQ)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-69.21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47.58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[-166.38, 27.96]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.153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83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Maladaptive ER (CERQ)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-29.48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[-105.79, 46.83]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0.62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.432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365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Trait anxiety (STADI)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34.94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[-66.98, 75.73]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.900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460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Restrained eating (EDE-Q)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-1.27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23.75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[-49.77, 47.24]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.957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460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Stress-induced eating (SSES)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29.48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42.63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[-57.58, 116.54]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.491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Fasting and Stress Eating</dc:title>
  <dc:creator>Lisa Menghini</dc:creator>
  <cp:keywords/>
  <dcterms:created xsi:type="dcterms:W3CDTF">2026-04-20T11:41:18Z</dcterms:created>
  <dcterms:modified xsi:type="dcterms:W3CDTF">2026-04-20T11:41:18Z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